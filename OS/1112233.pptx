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Credit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number of open accounts</a:t>
            </a:r>
          </a:p>
          <a:p>
            <a:r>
              <a:t>- High outstanding principal</a:t>
            </a:r>
          </a:p>
          <a:p>
            <a:r>
              <a:t>- More credit enquiries</a:t>
            </a:r>
          </a:p>
          <a:p>
            <a:r>
              <a:t>- Longer loan tenures</a:t>
            </a:r>
          </a:p>
          <a:p>
            <a:r>
              <a:t>- Lower income &amp; stability</a:t>
            </a:r>
          </a:p>
        </p:txBody>
      </p:sp>
      <p:pic>
        <p:nvPicPr>
          <p:cNvPr id="4" name="Picture 3" descr="cor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Borrowers with many open accounts show higher risk</a:t>
            </a:r>
          </a:p>
          <a:p>
            <a:r>
              <a:t>- Enquiry spikes predict future stress</a:t>
            </a:r>
          </a:p>
          <a:p>
            <a:r>
              <a:t>- Outstanding principal matters more than sanction amount</a:t>
            </a:r>
          </a:p>
          <a:p>
            <a:r>
              <a:t>- Younger borrowers show slightly higher risk</a:t>
            </a:r>
          </a:p>
        </p:txBody>
      </p:sp>
      <p:pic>
        <p:nvPicPr>
          <p:cNvPr id="4" name="Picture 3" descr="enquiry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Pragati FinCorp Should 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Integrate enquiry &amp; open-account signals</a:t>
            </a:r>
          </a:p>
          <a:p>
            <a:r>
              <a:t>- Tighten checks on thin-file borrowers</a:t>
            </a:r>
          </a:p>
          <a:p>
            <a:r>
              <a:t>- Monitor rising outstanding balances</a:t>
            </a:r>
          </a:p>
          <a:p>
            <a:r>
              <a:t>- Flag rising DPD for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Features Correlating With Repayment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 accounts, principal outstanding, enquiries</a:t>
            </a:r>
          </a:p>
          <a:p>
            <a:r>
              <a:t>- Lower income correlates with higher risk</a:t>
            </a:r>
          </a:p>
        </p:txBody>
      </p:sp>
      <p:pic>
        <p:nvPicPr>
          <p:cNvPr id="4" name="Picture 3" descr="cor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High-Risk Borrower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Highly leveraged borrowers</a:t>
            </a:r>
          </a:p>
          <a:p>
            <a:r>
              <a:t>- Young borrowers with short histories</a:t>
            </a:r>
          </a:p>
          <a:p>
            <a:r>
              <a:t>- High enquiry-count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Interaction of Loan &amp; Bureau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utilization + many open accounts = rising risk</a:t>
            </a:r>
          </a:p>
          <a:p>
            <a:r>
              <a:t>- Outstanding principal predicts default more than EMI</a:t>
            </a:r>
          </a:p>
          <a:p>
            <a:r>
              <a:t>- DPD drift indicates early stress</a:t>
            </a:r>
          </a:p>
        </p:txBody>
      </p:sp>
      <p:pic>
        <p:nvPicPr>
          <p:cNvPr id="4" name="Picture 3" descr="principal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Early Warning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Rising enquiries</a:t>
            </a:r>
          </a:p>
          <a:p>
            <a:r>
              <a:t>- Increasing outstanding principal</a:t>
            </a:r>
          </a:p>
          <a:p>
            <a:r>
              <a:t>- Growth in open accounts</a:t>
            </a:r>
          </a:p>
          <a:p>
            <a:r>
              <a:t>- DPD spikes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